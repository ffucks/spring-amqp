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8" r:id="rId3"/>
    <p:sldId id="260" r:id="rId4"/>
    <p:sldId id="287" r:id="rId5"/>
    <p:sldId id="280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774EAA-8E87-43A3-A49A-44990EB482CA}" v="2891" dt="2026-01-21T17:41:39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32"/>
    <p:restoredTop sz="94694"/>
  </p:normalViewPr>
  <p:slideViewPr>
    <p:cSldViewPr snapToGrid="0">
      <p:cViewPr>
        <p:scale>
          <a:sx n="117" d="100"/>
          <a:sy n="117" d="100"/>
        </p:scale>
        <p:origin x="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35B91-DA2E-DE84-4E98-567F33614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D0561-41DA-8D7E-1681-FB314EBC0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B566D-CD5E-31DB-B113-B5F7B3540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616C9-9C26-2C74-4DF8-CCA33FAFF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AC86B-D416-C83C-E484-38EF2D5CF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91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D3095-E445-2E04-AAE1-FBFEFF27A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794AA-2200-6E7A-B994-C4F66935F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2534-ADAE-5291-2F16-9F66D01D9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F5072-2160-2C7A-7D29-0C21C0EA9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68DAE-89AC-F741-D1FA-07AA4C14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488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4E009-DB73-D643-2851-038035568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16C1D-9CED-7EBA-E6AA-A6035F1C6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DD25C-6F43-90B5-F487-FE5A191A4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55A1D-386E-CC91-A26B-F149CAA94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E9AAE-0EA6-78FD-D469-7E9F0F77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78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8D685-EDED-5570-63C3-058C6C56E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BC748-B3B2-CC06-B033-1BC4F0214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EB0D-3ED8-E961-D0C6-D44CFA647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533F2C-5443-84CF-A991-B79F45B4C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6805F-0741-FC0C-1D71-EF93D4DFA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C87BD-2AD5-6ECB-7126-51372C7C1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15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44F8A-C76C-08C5-290F-D75DF35C4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82AF9-2877-FCF9-6CFE-649763E71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F048B-B3FE-923A-1450-71617EF1D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E54366-2834-5603-8D5D-A5F4B7EA27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B2CA85-A3A0-784A-AD83-F40AAB5F08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FC03D5-2920-B4F3-7C89-0DE5612A1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57AB97-F3D2-D03D-ED76-CB594E2D3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1F21C7-0C00-DDAD-2D4B-A6BF2AE4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59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E9935-27D5-E709-65CA-4477EE5C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77D90C-BE7E-E368-4FD0-215626877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D86C26-D52F-35C8-7F93-959638BAE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E7F489-A551-CE42-8727-FDEAB444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215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5B1E58-F73B-58C3-F3D7-F485D2C41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8EC056-A43F-CF7C-62C8-0BE73D2FD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5CA7-BB95-A42F-3DC0-6C220378B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38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F446E-3587-6E96-0263-A3E8A98CE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6CBD0-FDD8-20D2-12AD-7A921BB60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75C42-422B-CB6D-40A4-81C4DA8D7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9B8D6-09EE-E5D7-8629-142A1E981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3E87A-7E75-9ED4-FF25-D4628F7B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D30B3-4813-5EE5-6513-9A7F54D7C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9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CF9A2-27C8-A3F5-B18A-3455894BD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2CF2BE-FDEB-BD3D-E120-69EAC26627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FF62F-2DD3-68BD-E0E1-3E3E7CDA5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B8E40-AE11-2890-F76F-5A13B7058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A05B2-5A51-097C-2D7D-E07AA033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C88B9-4C75-AACC-3F74-A2C5559AA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90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A09E8-73E4-8C27-5DB1-D8C8B379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717B49-EE4D-B0E5-E4B7-5A09FE5B5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72B32-1A1A-F7AC-B554-720AC4FFF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94992-C3FD-1CBC-4845-08C715025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E590E-C1F8-95F9-339E-B82BE198A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089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BB958-B00E-5FCA-F7EE-1599F7BE6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CC059-4C0F-DDE6-D521-2AAA1DF73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28FBF-4DCB-3A2D-92E8-A6619A9AA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23386-5937-3E4F-B67B-ED58BBA19EF5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44285-AAFE-A548-5AD8-B1428F3BB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FF634-2CE3-2181-B101-97C609770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94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75DB8B-B699-84A7-DCB3-DFE7EDB90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E04F6-CE4F-BB58-3E33-4A7D00142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B7B53-0C50-24CE-DECD-B9E6266E8C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23386-5937-3E4F-B67B-ED58BBA19EF5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75BD0-0D5A-C510-F5D8-1D15B48EE2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218A9-B37A-663C-A477-54BBDAAFF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D33D7F-6CC7-8D45-A242-3E559E646EC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647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23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25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27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A1D310-D672-B090-993A-E53BF3D9F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5490971"/>
            <a:ext cx="6962072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4000">
                <a:solidFill>
                  <a:srgbClr val="FFFFFF"/>
                </a:solidFill>
              </a:rPr>
              <a:t>Fábio Geiss Fucks</a:t>
            </a:r>
          </a:p>
        </p:txBody>
      </p:sp>
      <p:pic>
        <p:nvPicPr>
          <p:cNvPr id="5" name="Imagem 4" descr="Spring AMQP">
            <a:extLst>
              <a:ext uri="{FF2B5EF4-FFF2-40B4-BE49-F238E27FC236}">
                <a16:creationId xmlns:a16="http://schemas.microsoft.com/office/drawing/2014/main" id="{A3EE7CF0-F6D6-1273-9449-7AB7976EE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986" y="768484"/>
            <a:ext cx="3219450" cy="2768791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44D86622-AD90-13F8-9987-6D5A547DFA15}"/>
              </a:ext>
            </a:extLst>
          </p:cNvPr>
          <p:cNvSpPr txBox="1"/>
          <p:nvPr/>
        </p:nvSpPr>
        <p:spPr>
          <a:xfrm>
            <a:off x="1565675" y="1550575"/>
            <a:ext cx="55525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7200" dirty="0"/>
              <a:t>Spring AMQP</a:t>
            </a:r>
          </a:p>
        </p:txBody>
      </p:sp>
    </p:spTree>
    <p:extLst>
      <p:ext uri="{BB962C8B-B14F-4D97-AF65-F5344CB8AC3E}">
        <p14:creationId xmlns:p14="http://schemas.microsoft.com/office/powerpoint/2010/main" val="4134632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AD4C88-FC33-EC01-A17C-D225F2226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66BD390-E451-EBE6-3D23-5AE1EE58C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EB1D35-F830-2569-2382-6F7335088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A2A9BD3-BCA1-951E-C234-0F20CDA53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D3FA43-7918-99E9-165E-749F8CD11A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95B6C46-D787-D6E3-BC49-E467CE3DFF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4F9CDAD-9426-6136-E9CE-22A0996A7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EE77369-7705-8B4B-DECD-71CA4183E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FDE17F0-A529-E589-64E1-571670D26D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5EE64CB-77FB-4FB0-A223-8BAB8E71A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2E309B-82D6-6DFB-48E6-7A1C38EF17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0" name="Title 4">
            <a:extLst>
              <a:ext uri="{FF2B5EF4-FFF2-40B4-BE49-F238E27FC236}">
                <a16:creationId xmlns:a16="http://schemas.microsoft.com/office/drawing/2014/main" id="{055CCB8B-08C3-D8BA-2D74-D34AAE6B1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0666" y="284204"/>
            <a:ext cx="9144000" cy="989185"/>
          </a:xfrm>
        </p:spPr>
        <p:txBody>
          <a:bodyPr/>
          <a:lstStyle/>
          <a:p>
            <a:r>
              <a:rPr lang="en-US" dirty="0"/>
              <a:t>Spring AMQP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E6D6F-2EE0-CC90-E109-9B757FDC675A}"/>
              </a:ext>
            </a:extLst>
          </p:cNvPr>
          <p:cNvSpPr txBox="1"/>
          <p:nvPr/>
        </p:nvSpPr>
        <p:spPr>
          <a:xfrm>
            <a:off x="337457" y="3381968"/>
            <a:ext cx="107387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6A8AB-5903-B4BC-0EA0-2282A13E55FC}"/>
              </a:ext>
            </a:extLst>
          </p:cNvPr>
          <p:cNvSpPr txBox="1"/>
          <p:nvPr/>
        </p:nvSpPr>
        <p:spPr>
          <a:xfrm>
            <a:off x="732228" y="2303772"/>
            <a:ext cx="10738710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- AMQP: Advanced Message Queuing Protocol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It is a messaging protocol.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Asynchronous message exchanges.</a:t>
            </a:r>
            <a:endParaRPr lang="en-US" dirty="0"/>
          </a:p>
          <a:p>
            <a:pPr marL="800100" lvl="1" indent="-3429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Uses Exchanges, Queues and Messages.</a:t>
            </a:r>
          </a:p>
          <a:p>
            <a:pPr marL="800100" lvl="1" indent="-34290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800100" lvl="1" indent="-34290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3719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EB3BBC-7750-3A50-4F35-96E80718C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5AF4DA3-9162-8057-79D7-C90F01969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143631-7320-D3A1-7225-5F5D8509C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118FFA-44A1-9C9F-088B-7A893654D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E5307EF-8897-7F39-FD17-90568DB77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14EEB15-44F7-D53A-AD1F-4719493598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EEE0B98-C0F8-414A-9C32-7F2482CE6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F7CFA2E-D9B7-B378-D559-247AFB1F96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275C0BE-55A7-09B5-6A83-CD60926E99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4E99F97-E6C5-8A0B-4BF8-CE4CD15E8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A5210F5-5F34-AAA5-2D5F-730608E7C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0" name="Title 4">
            <a:extLst>
              <a:ext uri="{FF2B5EF4-FFF2-40B4-BE49-F238E27FC236}">
                <a16:creationId xmlns:a16="http://schemas.microsoft.com/office/drawing/2014/main" id="{B0B4550B-B12D-8957-4879-1C7E3B678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0666" y="284204"/>
            <a:ext cx="9144000" cy="989185"/>
          </a:xfrm>
        </p:spPr>
        <p:txBody>
          <a:bodyPr/>
          <a:lstStyle/>
          <a:p>
            <a:r>
              <a:rPr lang="en-US" dirty="0"/>
              <a:t>Spring AMQP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57D9E3-54F8-1540-8846-F70210D0C949}"/>
              </a:ext>
            </a:extLst>
          </p:cNvPr>
          <p:cNvSpPr txBox="1"/>
          <p:nvPr/>
        </p:nvSpPr>
        <p:spPr>
          <a:xfrm>
            <a:off x="337457" y="3381968"/>
            <a:ext cx="107387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86888C53-07AE-891D-9EDD-6A1858AE9242}"/>
              </a:ext>
            </a:extLst>
          </p:cNvPr>
          <p:cNvSpPr txBox="1"/>
          <p:nvPr/>
        </p:nvSpPr>
        <p:spPr>
          <a:xfrm>
            <a:off x="539432" y="1913051"/>
            <a:ext cx="1073871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- Spring AMQP is a Spring framework that abstracts AMQP protocol.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 dirty="0"/>
              <a:t>It is not a Broker.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 dirty="0"/>
              <a:t>It is a Java/Spring layer for producing and consuming AMQP messages.</a:t>
            </a:r>
          </a:p>
          <a:p>
            <a:pPr marL="800100" lvl="1" indent="-342900">
              <a:buFont typeface="Arial"/>
              <a:buChar char="•"/>
            </a:pPr>
            <a:r>
              <a:rPr lang="en-US" sz="2000" dirty="0"/>
              <a:t>RabbitMQ is the most used broker.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B04E0DD-A56F-F8BE-A9DB-E46D34B5FFCC}"/>
              </a:ext>
            </a:extLst>
          </p:cNvPr>
          <p:cNvSpPr txBox="1"/>
          <p:nvPr/>
        </p:nvSpPr>
        <p:spPr>
          <a:xfrm>
            <a:off x="438443" y="1711075"/>
            <a:ext cx="107387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</a:t>
            </a:r>
          </a:p>
        </p:txBody>
      </p:sp>
      <p:pic>
        <p:nvPicPr>
          <p:cNvPr id="6" name="Imagem 5" descr="Diagrama&#10;&#10;O conteúdo gerado por IA pode estar incorreto.">
            <a:extLst>
              <a:ext uri="{FF2B5EF4-FFF2-40B4-BE49-F238E27FC236}">
                <a16:creationId xmlns:a16="http://schemas.microsoft.com/office/drawing/2014/main" id="{4029522C-17FA-A711-19B1-CCA606E1F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345" y="3429975"/>
            <a:ext cx="700087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86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946EC-A10D-9932-E4D7-1A831CC6B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BED4C8A-3AED-709C-5186-1DF445F00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AFC4CD-09D0-7D97-7FCF-D3A74B9C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FE557BE-19CB-F731-3164-C17CF0A5B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E6E7D0F-57CB-7645-CA59-6F0D7EDFA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81E8E96-E1EB-CBFA-DD5A-AEEA9E81B7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84C65EB-C059-CFDE-3BF1-F49A3E2AF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F045AF5-9216-D870-0A2C-E5E352639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E394232-75F4-DD70-B33E-84FCBC226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E6D61CF-F76E-79D6-3AC1-87B43E498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1BE77E8-8F83-01A2-77C9-34C5FC1112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0" name="Title 4">
            <a:extLst>
              <a:ext uri="{FF2B5EF4-FFF2-40B4-BE49-F238E27FC236}">
                <a16:creationId xmlns:a16="http://schemas.microsoft.com/office/drawing/2014/main" id="{3312F913-D6EB-B3BB-2A09-06B8E453B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0666" y="284204"/>
            <a:ext cx="9144000" cy="989185"/>
          </a:xfrm>
        </p:spPr>
        <p:txBody>
          <a:bodyPr/>
          <a:lstStyle/>
          <a:p>
            <a:r>
              <a:rPr lang="en-US" dirty="0"/>
              <a:t>Spring AMQP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FDE6AE-8172-7ED9-07F0-F42C0948E8BF}"/>
              </a:ext>
            </a:extLst>
          </p:cNvPr>
          <p:cNvSpPr txBox="1"/>
          <p:nvPr/>
        </p:nvSpPr>
        <p:spPr>
          <a:xfrm>
            <a:off x="438445" y="1404061"/>
            <a:ext cx="1073871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- JMS (Java Message Service)</a:t>
            </a:r>
          </a:p>
          <a:p>
            <a:pPr marL="914400" lvl="1" indent="-4572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API in Java.</a:t>
            </a:r>
          </a:p>
          <a:p>
            <a:pPr marL="914400" lvl="1" indent="-457200">
              <a:buFont typeface="Arial"/>
              <a:buChar char="•"/>
            </a:pPr>
            <a:r>
              <a:rPr lang="en-US" sz="2000" dirty="0"/>
              <a:t>Java ecosystem only.</a:t>
            </a:r>
          </a:p>
          <a:p>
            <a:pPr marL="914400" lvl="1" indent="-457200">
              <a:buFont typeface="Arial"/>
              <a:buChar char="•"/>
            </a:pPr>
            <a:r>
              <a:rPr lang="en-US" sz="2000" dirty="0"/>
              <a:t>Defines interfaces and contracts.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029BB76D-0E38-DE6C-3D82-F38F52DF79C9}"/>
              </a:ext>
            </a:extLst>
          </p:cNvPr>
          <p:cNvSpPr txBox="1"/>
          <p:nvPr/>
        </p:nvSpPr>
        <p:spPr>
          <a:xfrm>
            <a:off x="438444" y="4676449"/>
            <a:ext cx="107387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C0BAA8D9-9A5D-C9D0-2FF0-E5A850B07B13}"/>
              </a:ext>
            </a:extLst>
          </p:cNvPr>
          <p:cNvSpPr txBox="1"/>
          <p:nvPr/>
        </p:nvSpPr>
        <p:spPr>
          <a:xfrm>
            <a:off x="337456" y="3029049"/>
            <a:ext cx="1073871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- AMQP</a:t>
            </a:r>
            <a:endParaRPr lang="pt-BR" dirty="0"/>
          </a:p>
          <a:p>
            <a:pPr marL="914400" lvl="1" indent="-457200">
              <a:buFont typeface="Arial"/>
              <a:buChar char="•"/>
            </a:pPr>
            <a:r>
              <a:rPr lang="en-US" sz="2000" dirty="0"/>
              <a:t>Messaging protocol.</a:t>
            </a:r>
          </a:p>
          <a:p>
            <a:pPr marL="914400" lvl="1" indent="-4572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Language Independent.</a:t>
            </a:r>
          </a:p>
          <a:p>
            <a:pPr marL="914400" lvl="1" indent="-45720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Defines</a:t>
            </a:r>
            <a:r>
              <a:rPr lang="en-US" sz="2000" dirty="0"/>
              <a:t> message routing and delivery.</a:t>
            </a:r>
            <a:endParaRPr lang="en-US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03DBADF0-99E7-B37C-21E5-BB6595650913}"/>
              </a:ext>
            </a:extLst>
          </p:cNvPr>
          <p:cNvSpPr txBox="1"/>
          <p:nvPr/>
        </p:nvSpPr>
        <p:spPr>
          <a:xfrm>
            <a:off x="337456" y="3694112"/>
            <a:ext cx="1073871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78CF49C-F3EB-B6C7-47D8-AA9379791FA9}"/>
              </a:ext>
            </a:extLst>
          </p:cNvPr>
          <p:cNvSpPr txBox="1"/>
          <p:nvPr/>
        </p:nvSpPr>
        <p:spPr>
          <a:xfrm>
            <a:off x="337455" y="4672398"/>
            <a:ext cx="1073871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dirty="0"/>
              <a:t>   - Kafka</a:t>
            </a:r>
            <a:endParaRPr lang="pt-BR" dirty="0"/>
          </a:p>
          <a:p>
            <a:pPr marL="914400" lvl="1" indent="-457200">
              <a:buFont typeface="Arial"/>
              <a:buChar char="•"/>
            </a:pPr>
            <a:r>
              <a:rPr lang="pt-BR" sz="2000" dirty="0" err="1">
                <a:ea typeface="+mn-lt"/>
                <a:cs typeface="+mn-lt"/>
              </a:rPr>
              <a:t>Messaging</a:t>
            </a:r>
            <a:r>
              <a:rPr lang="pt-BR" sz="2000" dirty="0">
                <a:ea typeface="+mn-lt"/>
                <a:cs typeface="+mn-lt"/>
              </a:rPr>
              <a:t> </a:t>
            </a:r>
            <a:r>
              <a:rPr lang="pt-BR" sz="2000" dirty="0" err="1">
                <a:ea typeface="+mn-lt"/>
                <a:cs typeface="+mn-lt"/>
              </a:rPr>
              <a:t>and</a:t>
            </a:r>
            <a:r>
              <a:rPr lang="pt-BR" sz="2000" dirty="0">
                <a:ea typeface="+mn-lt"/>
                <a:cs typeface="+mn-lt"/>
              </a:rPr>
              <a:t> streaming </a:t>
            </a:r>
            <a:r>
              <a:rPr lang="pt-BR" sz="2000" dirty="0" err="1">
                <a:ea typeface="+mn-lt"/>
                <a:cs typeface="+mn-lt"/>
              </a:rPr>
              <a:t>platform</a:t>
            </a:r>
            <a:r>
              <a:rPr lang="pt-BR" sz="2000" dirty="0">
                <a:ea typeface="+mn-lt"/>
                <a:cs typeface="+mn-lt"/>
              </a:rPr>
              <a:t>.</a:t>
            </a:r>
          </a:p>
          <a:p>
            <a:pPr marL="914400" lvl="1" indent="-457200">
              <a:buFont typeface="Arial"/>
              <a:buChar char="•"/>
            </a:pPr>
            <a:r>
              <a:rPr lang="pt-BR" sz="2000" dirty="0"/>
              <a:t>Stores </a:t>
            </a:r>
            <a:r>
              <a:rPr lang="pt-BR" sz="2000" err="1"/>
              <a:t>message</a:t>
            </a:r>
            <a:r>
              <a:rPr lang="pt-BR" sz="2000" dirty="0"/>
              <a:t> over time.</a:t>
            </a:r>
          </a:p>
          <a:p>
            <a:pPr marL="914400" lvl="1" indent="-457200">
              <a:buFont typeface="Arial"/>
              <a:buChar char="•"/>
            </a:pPr>
            <a:r>
              <a:rPr lang="en-US" sz="2000" dirty="0" err="1"/>
              <a:t>Suports</a:t>
            </a:r>
            <a:r>
              <a:rPr lang="en-US" sz="2000" dirty="0"/>
              <a:t> message replay.</a:t>
            </a:r>
          </a:p>
        </p:txBody>
      </p:sp>
    </p:spTree>
    <p:extLst>
      <p:ext uri="{BB962C8B-B14F-4D97-AF65-F5344CB8AC3E}">
        <p14:creationId xmlns:p14="http://schemas.microsoft.com/office/powerpoint/2010/main" val="2236861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2DEB32-BEEE-DFA9-4190-D34566E67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27C2EA4-A282-CE1D-588C-62AC7ED75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6B5761-C9EE-F8BD-04FB-BB551C184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64661D6-2230-28C4-963D-33C72782C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5758CFC-5B6D-F6C3-8A4C-5D6FC78C3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6188F36-CA30-8F33-AE87-5542DFBA3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8CE067-F806-CD4E-6740-4FB4E63B9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190F06C-C201-36DF-580B-4ACE88D34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FF9F0E5-682D-0680-2A09-665A76B73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2DA804F-069F-4A7F-CC90-4CB727A26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FDC322D-B5D5-6E97-6BEF-C0699D46B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EF98E271-F095-F208-C57E-B9ED4DBE6269}"/>
              </a:ext>
            </a:extLst>
          </p:cNvPr>
          <p:cNvSpPr txBox="1">
            <a:spLocks/>
          </p:cNvSpPr>
          <p:nvPr/>
        </p:nvSpPr>
        <p:spPr>
          <a:xfrm>
            <a:off x="1610666" y="284204"/>
            <a:ext cx="9144000" cy="9891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Spring AMQP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1CA79C3-DE51-A48F-B6DC-2D10DEEB2CCE}"/>
              </a:ext>
            </a:extLst>
          </p:cNvPr>
          <p:cNvSpPr txBox="1"/>
          <p:nvPr/>
        </p:nvSpPr>
        <p:spPr>
          <a:xfrm>
            <a:off x="940740" y="1928518"/>
            <a:ext cx="7673247" cy="12464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dirty="0"/>
              <a:t>Positive:</a:t>
            </a:r>
          </a:p>
          <a:p>
            <a:r>
              <a:rPr lang="pt-BR" dirty="0"/>
              <a:t> - </a:t>
            </a:r>
            <a:r>
              <a:rPr lang="pt-BR" dirty="0" err="1"/>
              <a:t>Simple</a:t>
            </a:r>
            <a:r>
              <a:rPr lang="pt-BR" dirty="0"/>
              <a:t> </a:t>
            </a:r>
            <a:r>
              <a:rPr lang="pt-BR" dirty="0" err="1"/>
              <a:t>integration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Spring.</a:t>
            </a:r>
          </a:p>
          <a:p>
            <a:r>
              <a:rPr lang="pt-BR" dirty="0"/>
              <a:t> - Mature </a:t>
            </a:r>
            <a:r>
              <a:rPr lang="pt-BR" err="1"/>
              <a:t>and</a:t>
            </a:r>
            <a:r>
              <a:rPr lang="pt-BR" dirty="0"/>
              <a:t> </a:t>
            </a:r>
            <a:r>
              <a:rPr lang="pt-BR" err="1"/>
              <a:t>reliable</a:t>
            </a:r>
            <a:r>
              <a:rPr lang="pt-BR" dirty="0"/>
              <a:t> </a:t>
            </a:r>
            <a:r>
              <a:rPr lang="pt-BR" err="1"/>
              <a:t>consumption</a:t>
            </a:r>
            <a:r>
              <a:rPr lang="pt-BR"/>
              <a:t> model.</a:t>
            </a:r>
          </a:p>
          <a:p>
            <a:r>
              <a:rPr lang="pt-BR" dirty="0"/>
              <a:t> - </a:t>
            </a:r>
            <a:r>
              <a:rPr lang="pt-BR" dirty="0" err="1"/>
              <a:t>Decoupling</a:t>
            </a:r>
            <a:r>
              <a:rPr lang="pt-BR" dirty="0"/>
              <a:t> </a:t>
            </a:r>
            <a:r>
              <a:rPr lang="pt-BR" dirty="0" err="1"/>
              <a:t>between</a:t>
            </a:r>
            <a:r>
              <a:rPr lang="pt-BR" dirty="0"/>
              <a:t> </a:t>
            </a:r>
            <a:r>
              <a:rPr lang="pt-BR" dirty="0" err="1"/>
              <a:t>services</a:t>
            </a:r>
            <a:r>
              <a:rPr lang="pt-BR" dirty="0"/>
              <a:t>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F31CF93-A1EE-F692-79A1-357434BBAF03}"/>
              </a:ext>
            </a:extLst>
          </p:cNvPr>
          <p:cNvSpPr txBox="1"/>
          <p:nvPr/>
        </p:nvSpPr>
        <p:spPr>
          <a:xfrm>
            <a:off x="940739" y="3718758"/>
            <a:ext cx="767324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dirty="0"/>
              <a:t>Negative:</a:t>
            </a:r>
          </a:p>
          <a:p>
            <a:r>
              <a:rPr lang="pt-BR" dirty="0"/>
              <a:t> - </a:t>
            </a:r>
            <a:r>
              <a:rPr lang="pt-BR" dirty="0" err="1"/>
              <a:t>Abstraction</a:t>
            </a:r>
            <a:r>
              <a:rPr lang="pt-BR" dirty="0"/>
              <a:t> </a:t>
            </a:r>
            <a:r>
              <a:rPr lang="pt-BR" dirty="0" err="1"/>
              <a:t>can</a:t>
            </a:r>
            <a:r>
              <a:rPr lang="pt-BR" dirty="0"/>
              <a:t> </a:t>
            </a:r>
            <a:r>
              <a:rPr lang="pt-BR" dirty="0" err="1"/>
              <a:t>hide</a:t>
            </a:r>
            <a:r>
              <a:rPr lang="pt-BR" dirty="0"/>
              <a:t> </a:t>
            </a:r>
            <a:r>
              <a:rPr lang="pt-BR" dirty="0" err="1"/>
              <a:t>perfomance</a:t>
            </a:r>
            <a:r>
              <a:rPr lang="pt-BR" dirty="0"/>
              <a:t> </a:t>
            </a:r>
            <a:r>
              <a:rPr lang="pt-BR" dirty="0" err="1"/>
              <a:t>problems</a:t>
            </a:r>
            <a:r>
              <a:rPr lang="pt-BR" dirty="0"/>
              <a:t>.</a:t>
            </a:r>
          </a:p>
          <a:p>
            <a:r>
              <a:rPr lang="pt-BR" dirty="0"/>
              <a:t> - Broker </a:t>
            </a:r>
            <a:r>
              <a:rPr lang="pt-BR" dirty="0" err="1"/>
              <a:t>dependency</a:t>
            </a:r>
            <a:r>
              <a:rPr lang="pt-BR" dirty="0"/>
              <a:t>.</a:t>
            </a:r>
          </a:p>
          <a:p>
            <a:r>
              <a:rPr lang="pt-BR" dirty="0"/>
              <a:t> - Error </a:t>
            </a:r>
            <a:r>
              <a:rPr lang="pt-BR" dirty="0" err="1"/>
              <a:t>handling</a:t>
            </a:r>
            <a:r>
              <a:rPr lang="pt-BR" dirty="0"/>
              <a:t> </a:t>
            </a:r>
            <a:r>
              <a:rPr lang="pt-BR" dirty="0" err="1"/>
              <a:t>could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complex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27533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48F2DC-DFCD-D5C7-61A5-33425AF0E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1B09089-C488-A7AE-3159-5602D3334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897553-1EE5-8450-FF51-0D76577D5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235579-BA61-53C5-BCF2-A936001A7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72D3F90-FC27-CCE1-D7D6-DCD0CEA43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56C8A8E-F724-5D9F-CB64-EE2F883296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106E7B8-2775-DAFB-4D63-9B29063A4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25D40C6-E833-F97C-D99A-8E2E871AE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B7FC3A5-2957-0DFC-FCF0-466F0643D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A6EC65C-A7A1-2E52-2F28-C54B77883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63766BF-739A-E04B-6237-8FEAC498E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A9E4269-DB0B-4E48-A819-372C65565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941" y="642159"/>
            <a:ext cx="4535714" cy="45357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1D9409-DC95-602E-68A7-A78D1802F028}"/>
              </a:ext>
            </a:extLst>
          </p:cNvPr>
          <p:cNvSpPr txBox="1"/>
          <p:nvPr/>
        </p:nvSpPr>
        <p:spPr>
          <a:xfrm>
            <a:off x="4235279" y="5463938"/>
            <a:ext cx="609805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https://github.com/FFucks/spring-amqp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9736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5601</TotalTime>
  <Words>154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Office Theme</vt:lpstr>
      <vt:lpstr>Fábio Geiss Fucks</vt:lpstr>
      <vt:lpstr>Spring AMQP</vt:lpstr>
      <vt:lpstr>Spring AMQP</vt:lpstr>
      <vt:lpstr>Spring AMQP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Fucks</dc:creator>
  <cp:lastModifiedBy>Fabio Fucks</cp:lastModifiedBy>
  <cp:revision>949</cp:revision>
  <dcterms:created xsi:type="dcterms:W3CDTF">2025-09-08T01:00:03Z</dcterms:created>
  <dcterms:modified xsi:type="dcterms:W3CDTF">2026-01-21T17:44:38Z</dcterms:modified>
</cp:coreProperties>
</file>